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Malgun Gothic"/>
              </a:rPr>
              <a:t>브리핑 1건당 100점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배점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점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33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하이라이트 선택</c:v>
                  </c:pt>
                  <c:pt idx="1">
                    <c:v>상태 추적</c:v>
                  </c:pt>
                  <c:pt idx="2">
                    <c:v>사실 정확성</c:v>
                  </c:pt>
                  <c:pt idx="3">
                    <c:v>추천 행동</c:v>
                  </c:pt>
                  <c:pt idx="4">
                    <c:v>즉시성·가독성</c:v>
                  </c:pt>
                  <c:pt idx="5">
                    <c:v>부족한 정보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15</c:v>
                </c:pt>
                <c:pt idx="2">
                  <c:v>20</c:v>
                </c:pt>
                <c:pt idx="3">
                  <c:v>20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</c:ser>
        <c:dLbls>
          <c:numFmt formatCode="0&quot;점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C2333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3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F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Malgun Gothic"/>
              </a:rPr>
              <a:t>미팅 누적 깊이별 평균 점수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점수</c:v>
                </c:pt>
              </c:strCache>
            </c:strRef>
          </c:tx>
          <c:spPr>
            <a:solidFill>
              <a:srgbClr val="A7B6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333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1회</c:v>
                  </c:pt>
                  <c:pt idx="1">
                    <c:v>3회</c:v>
                  </c:pt>
                  <c:pt idx="2">
                    <c:v>5회</c:v>
                  </c:pt>
                  <c:pt idx="3">
                    <c:v>10회</c:v>
                  </c:pt>
                  <c:pt idx="4">
                    <c:v>30회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95.1</c:v>
                </c:pt>
                <c:pt idx="1">
                  <c:v>98</c:v>
                </c:pt>
                <c:pt idx="2">
                  <c:v>95.8</c:v>
                </c:pt>
                <c:pt idx="3">
                  <c:v>79.9</c:v>
                </c:pt>
                <c:pt idx="4">
                  <c:v>80.4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2333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3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50"/>
        </c:scaling>
        <c:delete val="0"/>
        <c:axPos val="l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F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고객사 6곳마다 미팅 30회 이력을 만들고 1·3·5·10·30회 시점으로 잘라 30건을 만들었습니다. 핵심 보고서는 평균 1,065자, 딜 본문 최소 800자로 실제 확정 보고서 분량에 맞췄고, 일상 기록 128건은 길지만 결정·요청·수치가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정답을 슬라이스마다 손으로 쓰지 않습니다. 주제마다 열린 시점, 해결된 시점, 값 이력을 한 번만 적으면 각 시점의 정답이 계산됩니다. 그래서 10회차 정답이 22회차에야 나오는 미래 값을 요구하는 일이 생기지 않고, 이는 검사 스크립트로도 막습니다.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 변화가 없는 시점(1·3회 등)은 상태 추적 15점을 빼고 85점 만점으로 환산합니다. 중대 오류는 점수와 별도로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검사는 타임라인 정합성, 케이스 구조, 타임라인에서의 재생성 일치, 실행·채점 결과까지 봅니다. 이 검사가 필수 주제가 비어 있던 시점, 배정 전 담당자가 등장하던 입력, 미래 값을 요구하던 정답을 실행 전에 잡아냈습니다. 합성 데이터이고 LLM 응답은 매번 달라지므로 절대 점수보다 깊이별 경향을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1~5회차는 95~98% 지만 10회차 79.9%, 30회차 80.4% 입니다. 값이 여러 번 바뀌는 고객사(82.0%)와 보고서·문서 값이 어긋나는 고객사(83.0%)가 가장 낮았습니다. 이전 실행 수치는 입력 분량이 실제와 달라 폐기했고 이 결과만 유효합니다.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6곳의 미팅 이력을 누적 시점별로 잘라 평가했다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salesluv-briefing-eval-v1  ·  실제 고객 데이터 미사용  ·  확정 보고서와 같은 분량·구조의 합성 이력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케이스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49040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보고서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이력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0" y="23408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1.7만 자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30회차 누적 입력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794760"/>
            <a:ext cx="5166360" cy="2286000"/>
          </a:xfrm>
          <a:prstGeom prst="roundRect">
            <a:avLst>
              <a:gd name="adj" fmla="val 44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143000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축은 미팅 누적 깊이다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480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브리핑은 최신 보고서 3건만 직접 읽고 그 너머는 RAG 로만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닿는다. 쌓일수록 찾고 고르고 접어야 할 것이 늘어난다.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3000" y="53492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53492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39112" y="53492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039112" y="53492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35224" y="53492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935224" y="53492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31336" y="53492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831336" y="53492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27448" y="5349240"/>
            <a:ext cx="786384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27448" y="5349240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3794760"/>
            <a:ext cx="5166360" cy="2286000"/>
          </a:xfrm>
          <a:prstGeom prst="roundRect">
            <a:avLst>
              <a:gd name="adj" fmla="val 4400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629400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고객사마다 다른 어려움을 넣었다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629400" y="460857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30568" y="45262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— 딜 4건이 다른 속도로 진행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006840" y="4608576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08008" y="45262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딜 0건 — 비어 있는 게 정상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629400" y="508406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830568" y="500176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충돌 — 보고서 60석 ↔ 견적 80석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06840" y="508406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208008" y="500176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변경 — 수량·납기·담당자가 바뀜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29400" y="555955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30568" y="547725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노이즈 극단 — 30건 중 핵심 소수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006840" y="555955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208008" y="547725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종결 — 억지로 채우면 안 됨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시점마다 다시 계산된다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고객사라도 10회차와 30회차에 다뤄야 할 것이 다르다. 주제 타임라인 하나에서 시점별 정답을 뽑는다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10652760" cy="2148840"/>
          </a:xfrm>
          <a:prstGeom prst="roundRect">
            <a:avLst>
              <a:gd name="adj" fmla="val 468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2240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미래로병원 — 도입 장비 수량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3246120"/>
            <a:ext cx="9692640" cy="0"/>
          </a:xfrm>
          <a:prstGeom prst="line">
            <a:avLst/>
          </a:prstGeom>
          <a:noFill/>
          <a:ln w="25400">
            <a:solidFill>
              <a:srgbClr val="A7B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71928" y="3145536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32432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 · 20대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25896" y="3145536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15회 · 15대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87512" y="3145536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48016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22회 · 12대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87952" y="2971800"/>
            <a:ext cx="0" cy="566928"/>
          </a:xfrm>
          <a:prstGeom prst="line">
            <a:avLst/>
          </a:prstGeom>
          <a:noFill/>
          <a:ln w="25400">
            <a:solidFill>
              <a:srgbClr val="B5750B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090672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10회차 브리핑 정답 → 20대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49712" y="2971800"/>
            <a:ext cx="0" cy="566928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540752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30회차 브리핑 정답 → 12대 (15대에서 바뀜)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434840"/>
            <a:ext cx="2468880" cy="1645920"/>
          </a:xfrm>
          <a:prstGeom prst="roundRect">
            <a:avLst>
              <a:gd name="adj" fmla="val 611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51560" y="4663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안 열림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시점엔 다룰 수 없다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0" y="4434840"/>
            <a:ext cx="2468880" cy="1645920"/>
          </a:xfrm>
          <a:prstGeom prst="roundRect">
            <a:avLst>
              <a:gd name="adj" fmla="val 611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749040" y="4663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열려 있음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다뤄야 한다 · 최근 3건 밖이면 RAG 필요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434840"/>
            <a:ext cx="2468880" cy="1645920"/>
          </a:xfrm>
          <a:prstGeom prst="roundRect">
            <a:avLst>
              <a:gd name="adj" fmla="val 6111"/>
            </a:avLst>
          </a:prstGeom>
          <a:solidFill>
            <a:srgbClr val="FBE4E1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46520" y="4663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해결됨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올리면 감점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69680" y="4434840"/>
            <a:ext cx="2468880" cy="1645920"/>
          </a:xfrm>
          <a:prstGeom prst="roundRect">
            <a:avLst>
              <a:gd name="adj" fmla="val 6111"/>
            </a:avLst>
          </a:prstGeom>
          <a:solidFill>
            <a:srgbClr val="FBF0D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0" y="4663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바뀜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5074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시점의 최신 값만 써야 한다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골랐나, 무엇을 접었나를 본다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하이라이트는 최대 5개. 필요한 것을 빠뜨리지 않고, 끝난 것은 내려놓고, 사실을 바꾸지 않았는지 채점한다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57607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1965960"/>
            <a:ext cx="4572000" cy="1783080"/>
          </a:xfrm>
          <a:prstGeom prst="roundRect">
            <a:avLst>
              <a:gd name="adj" fmla="val 564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178040" y="21762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계산 · 40점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5603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은 주제별로 충족·부분·누락만 판정하고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산술은 코드가 한다. 판정과 점수가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어긋나는 일을 막았다.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0" y="3977640"/>
            <a:ext cx="4572000" cy="1828800"/>
          </a:xfrm>
          <a:prstGeom prst="roundRect">
            <a:avLst>
              <a:gd name="adj" fmla="val 5500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178040" y="41879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게이트 · 점수와 별도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4636008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88352" y="4562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근거 ID 인용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78040" y="4910328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388352" y="4837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없어 필터가 버린 하이라이트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5184648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88352" y="5111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RAG 미호출 / 불필요한 호출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78040" y="5458968"/>
            <a:ext cx="100584" cy="1005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388352" y="5385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발언 왜곡 · 미합의를 합의로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흔들리지 않도록 네 가지를 막았다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166360" cy="1783080"/>
          </a:xfrm>
          <a:prstGeom prst="roundRect">
            <a:avLst>
              <a:gd name="adj" fmla="val 564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468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5054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먼저 확정했다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9443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사실표를 먼저 쓰고 보고서 본문은 그 사실만으로 확장했다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166360" cy="1783080"/>
          </a:xfrm>
          <a:prstGeom prst="roundRect">
            <a:avLst>
              <a:gd name="adj" fmla="val 5641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468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5054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분량으로 넣었다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9443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보고서 딜 본문 800자 이상, 제작 흔적이 섞이면 다시 생성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977640"/>
            <a:ext cx="5166360" cy="1783080"/>
          </a:xfrm>
          <a:prstGeom prst="roundRect">
            <a:avLst>
              <a:gd name="adj" fmla="val 564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4300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4714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없이 도구를 실제로 돌렸다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9103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값만 고정해 재현되고, RAG 를 찾아 읽는지까지 잰다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166360" cy="1783080"/>
          </a:xfrm>
          <a:prstGeom prst="roundRect">
            <a:avLst>
              <a:gd name="adj" fmla="val 5641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434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4714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 검사를 통과시켰다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91032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근거·담당자 시점·수치 보존 등 2,545건 전부 통과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미팅이 10회를 넘으면서 크게 떨어진다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30건 평균 89.8%  ·  프롬프트 v13  ·  근거 조작 0건 · 중대 오류 0건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65960"/>
          <a:ext cx="6400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965960"/>
            <a:ext cx="3977640" cy="1188720"/>
          </a:xfrm>
          <a:prstGeom prst="roundRect">
            <a:avLst>
              <a:gd name="adj" fmla="val 8462"/>
            </a:avLst>
          </a:prstGeom>
          <a:solidFill>
            <a:srgbClr val="FBE4E1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80960" y="2148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1214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3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를 부르지 않았다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4597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3건 밖 미해결 이슈를 통째로 놓침.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미래로병원 10회차 52.9%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52360" y="3310128"/>
            <a:ext cx="3977640" cy="1188720"/>
          </a:xfrm>
          <a:prstGeom prst="roundRect">
            <a:avLst>
              <a:gd name="adj" fmla="val 8462"/>
            </a:avLst>
          </a:prstGeom>
          <a:solidFill>
            <a:srgbClr val="FBF0D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680960" y="349300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34655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끝난 사안을 다시 올렸다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380390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30회차에서 해결된 이슈가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하이라이트로 재등장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452360" y="4654296"/>
            <a:ext cx="3977640" cy="1188720"/>
          </a:xfrm>
          <a:prstGeom prst="roundRect">
            <a:avLst>
              <a:gd name="adj" fmla="val 8462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680960" y="48371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48097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지어내지 않았다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51480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근거 인용·발언 왜곡 없음.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실패는 찾기와 접기에서 나온다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미팅 브리핑 평가</dc:title>
  <dc:subject>PptxGenJS Presentation</dc:subject>
  <dc:creator>SalesLuv</dc:creator>
  <cp:lastModifiedBy>SalesLuv</cp:lastModifiedBy>
  <cp:revision>1</cp:revision>
  <dcterms:created xsi:type="dcterms:W3CDTF">2026-09-16T17:04:08Z</dcterms:created>
  <dcterms:modified xsi:type="dcterms:W3CDTF">2026-09-16T17:04:08Z</dcterms:modified>
</cp:coreProperties>
</file>